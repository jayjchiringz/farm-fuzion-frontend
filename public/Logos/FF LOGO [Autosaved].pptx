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36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7" autoAdjust="0"/>
    <p:restoredTop sz="94660"/>
  </p:normalViewPr>
  <p:slideViewPr>
    <p:cSldViewPr snapToGrid="0">
      <p:cViewPr varScale="1">
        <p:scale>
          <a:sx n="45" d="100"/>
          <a:sy n="45" d="100"/>
        </p:scale>
        <p:origin x="29" y="7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0E76A-30F0-0F7D-6EEC-01C503AD7D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D91034-021E-1100-2B8C-BB70CBC262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A3B00-EF87-054E-9F01-7F6A1067C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38E33-3A65-4824-9872-BBED6B1982AC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23DD1-0AE1-72FA-B9BC-4FF8F9A43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881D8-D892-FD13-3A6B-DE0052EDD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31F10-F814-489E-9B75-FB5DFB860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126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D998C-89E5-3A45-856A-F49110615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A1F06-A441-C301-8F05-32682DA04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7818F-C6ED-2E86-2D9B-2F7F2FAE8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38E33-3A65-4824-9872-BBED6B1982AC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D703DC-8CCD-F6E8-7B56-7493B40CA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CFDFE-670A-3C7D-88D0-4096739B3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31F10-F814-489E-9B75-FB5DFB860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520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0F244-ED53-7452-6072-74D71C935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481BDA-D872-E9C9-553B-26AD1A3E05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CC0CF-2528-4700-1FE3-B912CEAD0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38E33-3A65-4824-9872-BBED6B1982AC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B69EC-2FAA-B4AC-5E79-CD94E81A1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5C0F3-1C29-2A28-93C6-7B4A244BC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31F10-F814-489E-9B75-FB5DFB860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628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39621-3569-699C-D998-BC6F18C14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15CB8-71C1-E174-980C-5BF218B239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A992A3-B586-C621-7C64-27685AE0EF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34E8A5-831B-2AA8-5721-BFD6F3389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38E33-3A65-4824-9872-BBED6B1982AC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2A4833-B7BD-16A9-142B-E02C07C83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75A26-8FBA-3CF3-C428-478ED7217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31F10-F814-489E-9B75-FB5DFB860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788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F2BA3-830F-AE07-4391-AD4F0012F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8059B-731F-635B-295E-61386835E9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76B5FE-1299-65D8-77E7-06445019F8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6A4263-B866-3584-0209-020A0BFD02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B82C0C-5E46-870A-4187-CE467F96E4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55C3B3-901C-348D-5821-18B1ED6F6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38E33-3A65-4824-9872-BBED6B1982AC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C8CE3F-8A31-22EB-4B5D-E7B22673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D9DF6F-B6B4-4C09-D3E9-ED8242E0F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31F10-F814-489E-9B75-FB5DFB860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739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1DA78-771B-7157-ACF9-267DEB1A8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D71061-D7E8-F046-D7A1-43422EC5D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38E33-3A65-4824-9872-BBED6B1982AC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CE45AB-4DD4-D675-E334-86C180347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540BA6-A148-54CB-518A-1F7D73F47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31F10-F814-489E-9B75-FB5DFB860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905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948C72-6D15-F7BB-420D-F0F7CCA99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38E33-3A65-4824-9872-BBED6B1982AC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6709BD-F666-6F22-85BE-B147504CE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63BDC-FB3F-7855-B4E4-38C27080F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31F10-F814-489E-9B75-FB5DFB860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015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DC90A-5760-572C-B637-1C05EF534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928FB-4013-4DC9-39B6-ADF73280F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1306DF-D1FD-3553-C9D8-539B1E9CE9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2E0ED-2D18-BB3E-AA2E-D5BB630DC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38E33-3A65-4824-9872-BBED6B1982AC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A48BB7-874E-06F4-0972-9013D87B9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EBD9C-0F6D-2BEB-4B22-6CC395D75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31F10-F814-489E-9B75-FB5DFB860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072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BB1EB-C027-BFDA-5D38-215EDF674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D52B88-E996-8671-9572-783E23443D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39913E-A38D-4723-8052-0A7937B7F1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B933B8-ABEB-5E1F-5CD3-23FE45F18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38E33-3A65-4824-9872-BBED6B1982AC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59332E-64A8-0140-E043-3E92481DD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75D411-75A8-248E-54CE-8CF45F2FC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31F10-F814-489E-9B75-FB5DFB860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20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BF023-D34D-962E-8B21-225C8A10B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078B65-85E8-8899-26EA-60FBDD9A6D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15491-A678-5493-1138-CF12E0279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38E33-3A65-4824-9872-BBED6B1982AC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85D44-40F3-7E1F-7193-18A2128D1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A1171-0F16-2A06-D4BD-7840D2167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31F10-F814-489E-9B75-FB5DFB860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466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403A42-CD6E-9937-4E8A-BEA751721E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3D7B14-F9A7-0726-1410-6C3AC35E2A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2BEE7-D2D5-6890-B48B-3574D74EC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38E33-3A65-4824-9872-BBED6B1982AC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F01CC-0192-496F-FB3E-D9237E5FA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94C29-8259-C9A1-616F-1C878E290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31F10-F814-489E-9B75-FB5DFB860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357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07E12D-6A3B-5D0F-71AC-13810E3FB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9007E5-358D-FAE2-F893-46B703CFF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1B039-18C3-DEF3-2939-57D72DE29A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38E33-3A65-4824-9872-BBED6B1982AC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1A42E-210F-64CE-D384-B825F442CC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8F06E-283E-17A7-32CB-0933A56626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631F10-F814-489E-9B75-FB5DFB860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303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7A692E-F770-B5CC-A386-C6C32B5BA5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" y="237164"/>
            <a:ext cx="11679936" cy="25297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BC3B6E-9BE2-D443-77C2-C545142C6B5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068" t="20195" b="17995"/>
          <a:stretch/>
        </p:blipFill>
        <p:spPr>
          <a:xfrm>
            <a:off x="2535936" y="2860596"/>
            <a:ext cx="9336024" cy="1563624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C6E039BD-61A0-2A29-3B2A-B9F18E644AE4}"/>
              </a:ext>
            </a:extLst>
          </p:cNvPr>
          <p:cNvGrpSpPr/>
          <p:nvPr/>
        </p:nvGrpSpPr>
        <p:grpSpPr>
          <a:xfrm>
            <a:off x="162385" y="4254854"/>
            <a:ext cx="11679936" cy="2529756"/>
            <a:chOff x="320040" y="4011509"/>
            <a:chExt cx="11679936" cy="252975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D0C6956-CEF7-4B93-AF73-DF1F843B26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040" y="4011509"/>
              <a:ext cx="11679936" cy="2529756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B5CDEF7-1E11-856D-E8E1-4B111FBB20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50000"/>
                      </a14:imgEffect>
                      <a14:imgEffect>
                        <a14:colorTemperature colorTemp="47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068" t="20195" b="17995"/>
            <a:stretch/>
          </p:blipFill>
          <p:spPr>
            <a:xfrm>
              <a:off x="2652377" y="4527167"/>
              <a:ext cx="9336024" cy="15636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69739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008A7-4204-C7E7-E420-18717A3CF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9BCDC139-D4C5-D7E2-B867-203922023BDB}"/>
              </a:ext>
            </a:extLst>
          </p:cNvPr>
          <p:cNvSpPr/>
          <p:nvPr/>
        </p:nvSpPr>
        <p:spPr>
          <a:xfrm>
            <a:off x="0" y="2766349"/>
            <a:ext cx="12192000" cy="26969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9731B7C-DC39-4665-C921-BC830E14ADDE}"/>
              </a:ext>
            </a:extLst>
          </p:cNvPr>
          <p:cNvGrpSpPr/>
          <p:nvPr/>
        </p:nvGrpSpPr>
        <p:grpSpPr>
          <a:xfrm>
            <a:off x="186713" y="201188"/>
            <a:ext cx="11844998" cy="2400657"/>
            <a:chOff x="233013" y="2759191"/>
            <a:chExt cx="11844998" cy="240065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F334AF9-2250-9139-4A50-E5837BACFC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43400" b="56786" l="10746" r="25614">
                          <a14:foregroundMark x1="25382" y1="44280" x2="25382" y2="44280"/>
                          <a14:foregroundMark x1="25706" y1="43492" x2="25706" y2="43492"/>
                          <a14:foregroundMark x1="11440" y1="54794" x2="11440" y2="54794"/>
                          <a14:foregroundMark x1="10746" y1="56786" x2="10746" y2="56786"/>
                          <a14:foregroundMark x1="10792" y1="56647" x2="10792" y2="56647"/>
                          <a14:backgroundMark x1="10746" y1="56786" x2="10746" y2="56786"/>
                          <a14:backgroundMark x1="10792" y1="56693" x2="10792" y2="5669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00" t="42539" r="73426" b="42350"/>
            <a:stretch>
              <a:fillRect/>
            </a:stretch>
          </p:blipFill>
          <p:spPr>
            <a:xfrm>
              <a:off x="233013" y="2874601"/>
              <a:ext cx="2403656" cy="2191526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D2A15DC-EBF4-6E60-C67C-7407F81AF838}"/>
                </a:ext>
              </a:extLst>
            </p:cNvPr>
            <p:cNvSpPr/>
            <p:nvPr/>
          </p:nvSpPr>
          <p:spPr>
            <a:xfrm>
              <a:off x="2306150" y="2759191"/>
              <a:ext cx="9771861" cy="24006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5100" b="1" cap="none" spc="-300" dirty="0" err="1">
                  <a:ln w="0"/>
                  <a:solidFill>
                    <a:srgbClr val="233616"/>
                  </a:solidFill>
                  <a:latin typeface="Tw Cen MT" panose="020B0602020104020603" pitchFamily="34" charset="0"/>
                </a:rPr>
                <a:t>FarmFuzion</a:t>
              </a:r>
              <a:endParaRPr lang="en-US" sz="15100" b="1" cap="none" spc="-300" dirty="0">
                <a:ln w="0"/>
                <a:solidFill>
                  <a:srgbClr val="233616"/>
                </a:solidFill>
                <a:latin typeface="Tw Cen MT" panose="020B0602020104020603" pitchFamily="34" charset="0"/>
              </a:endParaRP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B593F0E7-C379-6979-4A34-2627BDC060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03151"/>
            <a:ext cx="12192000" cy="2640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140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D61DF-7504-F979-A6E9-8E498F16A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BBCEC40-0171-FD61-759A-032A7231404F}"/>
              </a:ext>
            </a:extLst>
          </p:cNvPr>
          <p:cNvGrpSpPr/>
          <p:nvPr/>
        </p:nvGrpSpPr>
        <p:grpSpPr>
          <a:xfrm>
            <a:off x="21397" y="108588"/>
            <a:ext cx="12192000" cy="2696902"/>
            <a:chOff x="90844" y="108588"/>
            <a:chExt cx="12192000" cy="2696902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02C916F-11EB-7E39-71F5-47590EF8BB3F}"/>
                </a:ext>
              </a:extLst>
            </p:cNvPr>
            <p:cNvSpPr/>
            <p:nvPr/>
          </p:nvSpPr>
          <p:spPr>
            <a:xfrm>
              <a:off x="90844" y="108588"/>
              <a:ext cx="12192000" cy="26969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B53DF35-117F-7E16-52A7-0C02A2B8547E}"/>
                </a:ext>
              </a:extLst>
            </p:cNvPr>
            <p:cNvGrpSpPr/>
            <p:nvPr/>
          </p:nvGrpSpPr>
          <p:grpSpPr>
            <a:xfrm>
              <a:off x="186713" y="201188"/>
              <a:ext cx="11844998" cy="2400657"/>
              <a:chOff x="233013" y="2759191"/>
              <a:chExt cx="11844998" cy="2400657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943BFF65-79B0-E3D0-361D-5DE8EEC1EB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43400" b="56786" l="10746" r="25614">
                            <a14:foregroundMark x1="25382" y1="44280" x2="25382" y2="44280"/>
                            <a14:foregroundMark x1="25706" y1="43492" x2="25706" y2="43492"/>
                            <a14:foregroundMark x1="11440" y1="54794" x2="11440" y2="54794"/>
                            <a14:foregroundMark x1="10746" y1="56786" x2="10746" y2="56786"/>
                            <a14:foregroundMark x1="10792" y1="56647" x2="10792" y2="56647"/>
                            <a14:backgroundMark x1="10746" y1="56786" x2="10746" y2="56786"/>
                            <a14:backgroundMark x1="10792" y1="56693" x2="10792" y2="5669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0" t="42539" r="73426" b="42350"/>
              <a:stretch>
                <a:fillRect/>
              </a:stretch>
            </p:blipFill>
            <p:spPr>
              <a:xfrm>
                <a:off x="233013" y="2874601"/>
                <a:ext cx="2403656" cy="2191526"/>
              </a:xfrm>
              <a:prstGeom prst="rect">
                <a:avLst/>
              </a:prstGeom>
            </p:spPr>
          </p:pic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5B2E2E3-A4DA-6C5C-AF54-A048DDE54EFE}"/>
                  </a:ext>
                </a:extLst>
              </p:cNvPr>
              <p:cNvSpPr/>
              <p:nvPr/>
            </p:nvSpPr>
            <p:spPr>
              <a:xfrm>
                <a:off x="2306150" y="2759191"/>
                <a:ext cx="9771861" cy="24006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en-US" sz="15100" b="1" cap="none" spc="-300" dirty="0" err="1">
                    <a:ln w="0"/>
                    <a:solidFill>
                      <a:srgbClr val="233616"/>
                    </a:solidFill>
                    <a:latin typeface="Tw Cen MT" panose="020B0602020104020603" pitchFamily="34" charset="0"/>
                  </a:rPr>
                  <a:t>FarmFuzion</a:t>
                </a:r>
                <a:endParaRPr lang="en-US" sz="15100" b="1" cap="none" spc="-300" dirty="0">
                  <a:ln w="0"/>
                  <a:solidFill>
                    <a:srgbClr val="233616"/>
                  </a:solidFill>
                  <a:latin typeface="Tw Cen MT" panose="020B0602020104020603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98276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41BF1-29D2-7432-1B06-C0B67EB34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F3D00FE-1B37-9C52-6FEE-B55158A6FAEE}"/>
              </a:ext>
            </a:extLst>
          </p:cNvPr>
          <p:cNvSpPr/>
          <p:nvPr/>
        </p:nvSpPr>
        <p:spPr>
          <a:xfrm>
            <a:off x="960701" y="219919"/>
            <a:ext cx="10451940" cy="43752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6A2D6F9-74E2-994B-4903-11A0F50E2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3400" b="56786" l="10746" r="25614">
                        <a14:foregroundMark x1="25382" y1="44280" x2="25382" y2="44280"/>
                        <a14:foregroundMark x1="25706" y1="43492" x2="25706" y2="43492"/>
                        <a14:foregroundMark x1="11440" y1="54794" x2="11440" y2="54794"/>
                        <a14:foregroundMark x1="10746" y1="56786" x2="10746" y2="56786"/>
                        <a14:foregroundMark x1="10792" y1="56647" x2="10792" y2="56647"/>
                        <a14:backgroundMark x1="10746" y1="56786" x2="10746" y2="56786"/>
                        <a14:backgroundMark x1="10792" y1="56693" x2="10792" y2="566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000" t="42539" r="73426" b="42350"/>
          <a:stretch>
            <a:fillRect/>
          </a:stretch>
        </p:blipFill>
        <p:spPr>
          <a:xfrm>
            <a:off x="1054816" y="316597"/>
            <a:ext cx="4547334" cy="414601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CD73B3A-387F-FBD5-BB13-27DE9C1F3D9A}"/>
              </a:ext>
            </a:extLst>
          </p:cNvPr>
          <p:cNvSpPr/>
          <p:nvPr/>
        </p:nvSpPr>
        <p:spPr>
          <a:xfrm>
            <a:off x="5408165" y="340087"/>
            <a:ext cx="5830854" cy="241604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r>
              <a:rPr lang="en-US" sz="15100" b="1" kern="100" cap="none" spc="-300" dirty="0">
                <a:ln w="0"/>
                <a:solidFill>
                  <a:srgbClr val="233616"/>
                </a:solidFill>
                <a:latin typeface="Tw Cen MT" panose="020B0602020104020603" pitchFamily="34" charset="0"/>
              </a:rPr>
              <a:t>Farm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A24335-6391-64E6-B98E-36843A67C862}"/>
              </a:ext>
            </a:extLst>
          </p:cNvPr>
          <p:cNvSpPr txBox="1"/>
          <p:nvPr/>
        </p:nvSpPr>
        <p:spPr>
          <a:xfrm>
            <a:off x="5408165" y="1924811"/>
            <a:ext cx="5916486" cy="2416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100" b="1" kern="100" cap="none" spc="-300" dirty="0">
                <a:ln w="0"/>
                <a:solidFill>
                  <a:srgbClr val="233616"/>
                </a:solidFill>
                <a:latin typeface="Tw Cen MT" panose="020B0602020104020603" pitchFamily="34" charset="0"/>
              </a:rPr>
              <a:t>Fuzion</a:t>
            </a:r>
          </a:p>
        </p:txBody>
      </p:sp>
    </p:spTree>
    <p:extLst>
      <p:ext uri="{BB962C8B-B14F-4D97-AF65-F5344CB8AC3E}">
        <p14:creationId xmlns:p14="http://schemas.microsoft.com/office/powerpoint/2010/main" val="1750320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8CFDB44-64AB-DC73-751C-2D67CA61266A}"/>
              </a:ext>
            </a:extLst>
          </p:cNvPr>
          <p:cNvSpPr/>
          <p:nvPr/>
        </p:nvSpPr>
        <p:spPr>
          <a:xfrm>
            <a:off x="2936111" y="590308"/>
            <a:ext cx="5810492" cy="53938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BEB5AC-D35D-8E4B-6AA4-6F7BB4B148E9}"/>
              </a:ext>
            </a:extLst>
          </p:cNvPr>
          <p:cNvSpPr/>
          <p:nvPr/>
        </p:nvSpPr>
        <p:spPr>
          <a:xfrm>
            <a:off x="3016058" y="4401272"/>
            <a:ext cx="5634086" cy="147732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r>
              <a:rPr lang="en-US" sz="9000" b="1" kern="100" cap="none" spc="-300" dirty="0" err="1">
                <a:ln w="0"/>
                <a:solidFill>
                  <a:srgbClr val="233616"/>
                </a:solidFill>
                <a:latin typeface="Tw Cen MT" panose="020B0602020104020603" pitchFamily="34" charset="0"/>
              </a:rPr>
              <a:t>FarmFuzion</a:t>
            </a:r>
            <a:endParaRPr lang="en-US" sz="9000" b="1" kern="100" cap="none" spc="-300" dirty="0">
              <a:ln w="0"/>
              <a:solidFill>
                <a:srgbClr val="233616"/>
              </a:solidFill>
              <a:latin typeface="Tw Cen MT" panose="020B06020201040206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FA2EA9-F452-477D-F59F-14E424C9C4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3400" b="56786" l="10746" r="25614">
                        <a14:foregroundMark x1="25382" y1="44280" x2="25382" y2="44280"/>
                        <a14:foregroundMark x1="25706" y1="43492" x2="25706" y2="43492"/>
                        <a14:foregroundMark x1="11440" y1="54794" x2="11440" y2="54794"/>
                        <a14:foregroundMark x1="10746" y1="56786" x2="10746" y2="56786"/>
                        <a14:foregroundMark x1="10792" y1="56647" x2="10792" y2="56647"/>
                        <a14:backgroundMark x1="10746" y1="56786" x2="10746" y2="56786"/>
                        <a14:backgroundMark x1="10792" y1="56693" x2="10792" y2="566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000" t="42539" r="73426" b="42350"/>
          <a:stretch>
            <a:fillRect/>
          </a:stretch>
        </p:blipFill>
        <p:spPr>
          <a:xfrm>
            <a:off x="3559434" y="0"/>
            <a:ext cx="4547334" cy="4146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787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1154</TotalTime>
  <Words>5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Tw Cen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TECHNOTHRONE SOLUTIONS</dc:creator>
  <cp:lastModifiedBy>TECHNOTHRONE SOLUTIONS</cp:lastModifiedBy>
  <cp:revision>3</cp:revision>
  <dcterms:created xsi:type="dcterms:W3CDTF">2025-05-28T13:10:41Z</dcterms:created>
  <dcterms:modified xsi:type="dcterms:W3CDTF">2025-11-18T12:54:48Z</dcterms:modified>
</cp:coreProperties>
</file>